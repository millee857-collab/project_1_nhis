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sldIdLst>
    <p:sldId id="257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19" autoAdjust="0"/>
  </p:normalViewPr>
  <p:slideViewPr>
    <p:cSldViewPr snapToGrid="0">
      <p:cViewPr varScale="1">
        <p:scale>
          <a:sx n="65" d="100"/>
          <a:sy n="65" d="100"/>
        </p:scale>
        <p:origin x="724" y="-5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1/20/2026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1/20/2026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1/20/2026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1/20/2026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1/20/2026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1/20/2026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1/20/2026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1/20/2026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1/20/2026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1/20/2026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6D7A0BC-0046-4CAA-8E7F-DCAFE511E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21E816-31F5-48BB-BD02-D15F2F18B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</p:spPr>
        <p:txBody>
          <a:bodyPr>
            <a:normAutofit/>
          </a:bodyPr>
          <a:lstStyle/>
          <a:p>
            <a:r>
              <a:rPr lang="en-US" dirty="0"/>
              <a:t>Customer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5D6E6B-3353-491C-A3C6-F278D6CED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468233"/>
          </a:xfrm>
        </p:spPr>
        <p:txBody>
          <a:bodyPr>
            <a:normAutofit/>
          </a:bodyPr>
          <a:lstStyle/>
          <a:p>
            <a:r>
              <a:rPr lang="en-US" dirty="0"/>
              <a:t>Bike sales 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7C6334F-6411-41EC-AD7D-179EDD8B5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6B02CEE-3AF8-4349-9B3E-8970E6DF62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A01CF0-3FB5-44EB-B7DE-F2E86374C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6" name="Picture 5" descr="abstract image">
            <a:extLst>
              <a:ext uri="{FF2B5EF4-FFF2-40B4-BE49-F238E27FC236}">
                <a16:creationId xmlns:a16="http://schemas.microsoft.com/office/drawing/2014/main" id="{F1A8C364-94D4-4630-BAD0-78722F34705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8733" y="3081867"/>
            <a:ext cx="11260667" cy="3310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805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62972-3449-42D1-8185-B4BEFD52A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Hourly customer demand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67E841-B90B-B4AA-2742-267A34BC6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269" y="2088101"/>
            <a:ext cx="6039693" cy="406774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D621219-EBCB-737D-01C4-39CEABD22A60}"/>
              </a:ext>
            </a:extLst>
          </p:cNvPr>
          <p:cNvSpPr txBox="1"/>
          <p:nvPr/>
        </p:nvSpPr>
        <p:spPr>
          <a:xfrm>
            <a:off x="7261122" y="2088101"/>
            <a:ext cx="406563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• Customer activity peaks in early morning (6-8 AM)</a:t>
            </a:r>
          </a:p>
          <a:p>
            <a:r>
              <a:rPr lang="en-US" dirty="0"/>
              <a:t>• Lowest demand is observed in afternoon hours (2-5 PM)</a:t>
            </a:r>
          </a:p>
          <a:p>
            <a:r>
              <a:rPr lang="en-US" dirty="0"/>
              <a:t>• Another rise appears during late evening (8-10 PM)</a:t>
            </a:r>
          </a:p>
          <a:p>
            <a:r>
              <a:rPr lang="en-US" dirty="0"/>
              <a:t>• This indicates strong commuting and evening usage patterns.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784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639AC-9E14-8620-21B1-226D4D614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Wwekday</a:t>
            </a:r>
            <a:r>
              <a:rPr lang="en-US" dirty="0"/>
              <a:t> wise registered users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5F521F-F1C6-5DD2-21EF-68F2DF12EB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135" y="1717990"/>
            <a:ext cx="5477639" cy="40867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07E9E14-9F24-C74A-145C-5BCCAC2AA85D}"/>
              </a:ext>
            </a:extLst>
          </p:cNvPr>
          <p:cNvSpPr txBox="1"/>
          <p:nvPr/>
        </p:nvSpPr>
        <p:spPr>
          <a:xfrm>
            <a:off x="7192296" y="2669458"/>
            <a:ext cx="413446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• Monday records the highest registered users.</a:t>
            </a:r>
          </a:p>
          <a:p>
            <a:r>
              <a:rPr lang="en-US" dirty="0"/>
              <a:t>. Wednesday and Thursday also show strong engagement</a:t>
            </a:r>
          </a:p>
          <a:p>
            <a:r>
              <a:rPr lang="en-US" dirty="0"/>
              <a:t>• Friday has the lowest registration activity. . Weekdays outperform weekends overall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22904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5BC34-2C55-36A7-60C2-9A3DE5AD4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Impact of weather 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CDFC06-4557-2B0E-AB5E-10E8118452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27" y="1841494"/>
            <a:ext cx="5401429" cy="42868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FE02E0D-7FF5-EFDB-C262-C3C85FB2EB08}"/>
              </a:ext>
            </a:extLst>
          </p:cNvPr>
          <p:cNvSpPr txBox="1"/>
          <p:nvPr/>
        </p:nvSpPr>
        <p:spPr>
          <a:xfrm>
            <a:off x="7074309" y="2551836"/>
            <a:ext cx="430161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• Clear sky dominates customer usage. • Mist/cloudy weather contributes moderately.</a:t>
            </a:r>
          </a:p>
          <a:p>
            <a:r>
              <a:rPr lang="en-US" dirty="0"/>
              <a:t>• Light rain has limited impact. • Heavy rain almost completely reduces usage.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6833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429D3-6152-279D-3B16-0EFA502B8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Daily count vs registered users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F58456-2FA3-08C4-6124-BEC1A40A5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894" y="1894971"/>
            <a:ext cx="6516009" cy="43535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EC950F4-8B6F-888B-F00A-5528145DFA35}"/>
              </a:ext>
            </a:extLst>
          </p:cNvPr>
          <p:cNvSpPr txBox="1"/>
          <p:nvPr/>
        </p:nvSpPr>
        <p:spPr>
          <a:xfrm>
            <a:off x="7841224" y="2433483"/>
            <a:ext cx="277761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• Daily trends of casual and registered users move together.</a:t>
            </a:r>
          </a:p>
          <a:p>
            <a:r>
              <a:rPr lang="en-US" dirty="0"/>
              <a:t>. Peak activity seen around mid-month . Sharp drop towards month-end • Registered users consistently contribute major </a:t>
            </a:r>
            <a:r>
              <a:rPr lang="en-US"/>
              <a:t>share.   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03787E-43CE-56DC-A6DE-1458C69F3416}"/>
              </a:ext>
            </a:extLst>
          </p:cNvPr>
          <p:cNvSpPr txBox="1"/>
          <p:nvPr/>
        </p:nvSpPr>
        <p:spPr>
          <a:xfrm>
            <a:off x="7266039" y="79248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3265815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1E7CA09-9778-4414-AE97-8064B12DA30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D289AE2-D2AE-49D1-AFAC-3A79F6794255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{D838FADA-3C01-4B7B-B172-8752C7550245}tf33552983_win32</Template>
  <TotalTime>19</TotalTime>
  <Words>152</Words>
  <Application>Microsoft Office PowerPoint</Application>
  <PresentationFormat>Widescreen</PresentationFormat>
  <Paragraphs>17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Franklin Gothic Book</vt:lpstr>
      <vt:lpstr>Franklin Gothic Demi</vt:lpstr>
      <vt:lpstr>Wingdings 2</vt:lpstr>
      <vt:lpstr>DividendVTI</vt:lpstr>
      <vt:lpstr>Customer analysis</vt:lpstr>
      <vt:lpstr>Hourly customer demand</vt:lpstr>
      <vt:lpstr>Wwekday wise registered users</vt:lpstr>
      <vt:lpstr>Impact of weather </vt:lpstr>
      <vt:lpstr>Daily count vs registered users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Nabhya Chaudhary</dc:creator>
  <cp:lastModifiedBy>Nabhya Chaudhary</cp:lastModifiedBy>
  <cp:revision>2</cp:revision>
  <dcterms:created xsi:type="dcterms:W3CDTF">2026-01-20T17:21:10Z</dcterms:created>
  <dcterms:modified xsi:type="dcterms:W3CDTF">2026-01-20T17:40:56Z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